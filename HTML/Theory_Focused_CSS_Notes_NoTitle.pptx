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" Type="http://schemas.openxmlformats.org/officeDocument/2006/relationships/presProps" Target="presProps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CSS – Theoretical Notes (Intermediate Level)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Comprehensive understanding of CSS principles, architecture, and concepts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Introduction to CSS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CSS (Cascading Style Sheets) is used to control the visual presentation of HTML documents.</a:t>
            </a:r>
          </a:p>
          <a:p>
            <a:r>
              <a:t>It separates structure (HTML) from design, promoting cleaner code and easier maintenance.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The Purpose of CSS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CSS allows designers to define layout, color, font, and spacing rules independently of HTML content.</a:t>
            </a:r>
          </a:p>
          <a:p>
            <a:r>
              <a:t>This enhances reusability and supports consistent design across multiple pages.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The Cascade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CSS stands for Cascading Style Sheets because multiple style rules can apply to an element.</a:t>
            </a:r>
          </a:p>
          <a:p>
            <a:r>
              <a:t>The final appearance is determined by the cascade — origin, specificity, and order of rules.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Specificity in CSS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Specificity determines which rule takes precedence when multiple selectors match the same element.</a:t>
            </a:r>
          </a:p>
          <a:p>
            <a:r>
              <a:t>Inline styles &gt; IDs &gt; Classes &gt; Elements.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Inheritance in CSS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Certain CSS properties are inherited automatically from parent to child elements (like color, font-family).</a:t>
            </a:r>
          </a:p>
          <a:p>
            <a:r>
              <a:t>Others, such as margins or borders, are not inherited by default.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The Box Model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Every HTML element is represented as a rectangular box.</a:t>
            </a:r>
          </a:p>
          <a:p>
            <a:r>
              <a:t>It consists of content, padding, border, and margin areas — essential for layout control.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The Display Property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Defines how elements are rendered in the document flow.</a:t>
            </a:r>
          </a:p>
          <a:p>
            <a:r>
              <a:t>Common values: block, inline, inline-block, none, flex, grid.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CSS Units and Measurements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CSS supports absolute units (px, pt, in) and relative units (%, em, rem, vw, vh).</a:t>
            </a:r>
          </a:p>
          <a:p>
            <a:r>
              <a:t>Relative units enable flexible, responsive designs.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The Role of Selectors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Selectors identify HTML elements to style.</a:t>
            </a:r>
          </a:p>
          <a:p>
            <a:r>
              <a:t>Types include universal (*), type, class, ID, attribute, and pseudo-class selectors.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Pseudo-Classes &amp; Pseudo-Elements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Pseudo-classes define element states (:hover, :focus).</a:t>
            </a:r>
          </a:p>
          <a:p>
            <a:r>
              <a:t>Pseudo-elements (::before, ::after) allow styling of specific element parts.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CSS Positioning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Positioning determines how elements are placed within a page.</a:t>
            </a:r>
          </a:p>
          <a:p>
            <a:r>
              <a:t>Static, relative, absolute, fixed, and sticky positions alter the document flow.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Floating and Clearing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float property allows text and inline elements to wrap around block-level elements.</a:t>
            </a:r>
          </a:p>
          <a:p>
            <a:r>
              <a:t>clear ensures elements do not wrap around floated elements.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The Concept of Layout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Normal flow defines how elements are naturally arranged.</a:t>
            </a:r>
          </a:p>
          <a:p>
            <a:r>
              <a:t>Positioning and display properties modify this default flow.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 Flexbox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Flexible Box Module provides a one-dimensional layout model.</a:t>
            </a:r>
          </a:p>
          <a:p>
            <a:r>
              <a:t>It aligns items efficiently in rows or columns, handling space distribution automatically.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15. CSS Grid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Grid Layout Module provides a two-dimensional grid system.</a:t>
            </a:r>
          </a:p>
          <a:p>
            <a:r>
              <a:t>Allows defining rows and columns for complex, responsive layouts.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16. Responsive Design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Responsive design adapts content to different screen sizes and orientations.</a:t>
            </a:r>
          </a:p>
          <a:p>
            <a:r>
              <a:t>Implemented using media queries and flexible units.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17. CSS Variables and Reusability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 properties (variables) enable consistent reuse of design values.</a:t>
            </a:r>
          </a:p>
          <a:p>
            <a:r>
              <a:t>They improve maintainability and theme management.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18. CSS Transitions and Effects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Transitions define how property changes occur smoothly.</a:t>
            </a:r>
          </a:p>
          <a:p>
            <a:r>
              <a:t>They enhance user interaction and visual appeal.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19. CSS Animations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Animations allow gradual changes of properties over time using @keyframes.</a:t>
            </a:r>
          </a:p>
          <a:p>
            <a:r>
              <a:t>They improve engagement and guide user focus.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20. The Concept of Layers and Cascade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CSS layers organize code to handle priority conflicts between frameworks, components, and themes.</a:t>
            </a:r>
          </a:p>
          <a:p>
            <a:r>
              <a:t>The cascade defines how conflicts are resolved.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21. Color and Typography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CSS manages color models (RGB, HSL) and font systems.</a:t>
            </a:r>
          </a:p>
          <a:p>
            <a:r>
              <a:t>Typography properties (line-height, letter-spacing) ensure readability and design harmony.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22. The Role of Browser Rendering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Browsers interpret CSS through the rendering engine.</a:t>
            </a:r>
          </a:p>
          <a:p>
            <a:r>
              <a:t>The process involves parsing, computing styles, and rendering pixels on the screen.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23. CSS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external stylesheets for maintainability.</a:t>
            </a:r>
          </a:p>
          <a:p>
            <a:r>
              <a:t>Organize rules logically and use comments for clarity.</a:t>
            </a:r>
          </a:p>
          <a:p>
            <a:r>
              <a:t>Avoid overusing !important.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24. CSS Architecture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CSS architecture involves scalable design structures like BEM, OOCSS, and SMACSS.</a:t>
            </a:r>
          </a:p>
          <a:p>
            <a:r>
              <a:t>These methodologies promote modular and reusable CSS.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25. The Future of CSS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Modern CSS includes container queries, subgrid, and logical properties.</a:t>
            </a:r>
          </a:p>
          <a:p>
            <a:r>
              <a:t>CSS continues to evolve toward design automation and adaptability across devices.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